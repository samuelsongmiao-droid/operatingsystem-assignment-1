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10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EduOS Operating System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351 CS 2104 Operating Systems</a:t>
            </a:r>
          </a:p>
          <a:p>
            <a:r>
              <a:rPr dirty="0"/>
              <a:t>Multi-Component Operating System </a:t>
            </a:r>
            <a:r>
              <a:rPr dirty="0" smtClean="0"/>
              <a:t>Simulator</a:t>
            </a:r>
            <a:endParaRPr lang="en-US" dirty="0" smtClean="0"/>
          </a:p>
          <a:p>
            <a:r>
              <a:rPr dirty="0" smtClean="0"/>
              <a:t> </a:t>
            </a:r>
            <a:r>
              <a:rPr lang="en-US" dirty="0" smtClean="0"/>
              <a:t>SAMUEL FRANCIS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EduOS simulates core operating system concepts using C and Python.</a:t>
            </a:r>
          </a:p>
          <a:p>
            <a:r>
              <a:t>Implements process management, threading, IPC, and CPU scheduling.</a:t>
            </a:r>
          </a:p>
          <a:p>
            <a:r>
              <a:t>Integrates low-level and high-level programming concepts.</a:t>
            </a:r>
          </a:p>
          <a:p>
            <a:r>
              <a:t>Demonstrates practical operating system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process management using PCBs.</a:t>
            </a:r>
          </a:p>
          <a:p>
            <a:r>
              <a:t>Implement CPU scheduling algorithms.</a:t>
            </a:r>
          </a:p>
          <a:p>
            <a:r>
              <a:t>Demonstrate threading and synchronization.</a:t>
            </a:r>
          </a:p>
          <a:p>
            <a:r>
              <a:t>Implement IPC mechanisms.</a:t>
            </a:r>
          </a:p>
          <a:p>
            <a:r>
              <a:t>Integrate C and Python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Core Simulator for low-level operations.</a:t>
            </a:r>
          </a:p>
          <a:p>
            <a:r>
              <a:t>Python Scheduler for scheduling algorithms.</a:t>
            </a:r>
          </a:p>
          <a:p>
            <a:r>
              <a:t>Controller for integration and automation.</a:t>
            </a:r>
          </a:p>
          <a:p>
            <a:r>
              <a:t>JSON bridge for communication between modules.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process information.</a:t>
            </a:r>
          </a:p>
          <a:p>
            <a:r>
              <a:t>Contains PID, priority, burst time, state, memory usage.</a:t>
            </a:r>
          </a:p>
          <a:p>
            <a:r>
              <a:t>Used to track active processes.</a:t>
            </a:r>
          </a:p>
          <a:p>
            <a:r>
              <a:t>Simulates operating system process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Management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edu_fork() creates child processes.</a:t>
            </a:r>
          </a:p>
          <a:p>
            <a:r>
              <a:t>edu_exec() replaces process image.</a:t>
            </a:r>
          </a:p>
          <a:p>
            <a:r>
              <a:t>edu_wait() blocks parent until child exits.</a:t>
            </a:r>
          </a:p>
          <a:p>
            <a:r>
              <a:t>edu_exit() terminates processes.</a:t>
            </a:r>
          </a:p>
          <a:p>
            <a:r>
              <a:t>edu_ps() displays active processes.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using POSIX pthreads.</a:t>
            </a:r>
          </a:p>
          <a:p>
            <a:r>
              <a:t>Thread pool created with worker threads.</a:t>
            </a:r>
          </a:p>
          <a:p>
            <a:r>
              <a:t>Mutexes and condition variables used.</a:t>
            </a:r>
          </a:p>
          <a:p>
            <a:r>
              <a:t>Supports concurrent task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Race Condition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counter incremented by multiple threads.</a:t>
            </a:r>
          </a:p>
          <a:p>
            <a:r>
              <a:t>Without mutex: inconsistent results.</a:t>
            </a:r>
          </a:p>
          <a:p>
            <a:r>
              <a:t>With mutex: consistent and correct results.</a:t>
            </a:r>
          </a:p>
          <a:p>
            <a:r>
              <a:t>Demonstrates synchronization importance.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mutexes locked in opposite order.</a:t>
            </a:r>
          </a:p>
          <a:p>
            <a:r>
              <a:t>Threads wait indefinitely.</a:t>
            </a:r>
          </a:p>
          <a:p>
            <a:r>
              <a:t>Resolved using consistent lock ordering.</a:t>
            </a:r>
          </a:p>
          <a:p>
            <a:r>
              <a:t>Demonstrates deadlock prevention.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Interprocess Communication (IPC)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memory implemented using shm_open and mmap.</a:t>
            </a:r>
          </a:p>
          <a:p>
            <a:r>
              <a:t>Anonymous pipes implemented using pipe().</a:t>
            </a:r>
          </a:p>
          <a:p>
            <a:r>
              <a:t>Processes exchange PCB information.</a:t>
            </a:r>
          </a:p>
          <a:p>
            <a:r>
              <a:t>Mutexes protect shared memory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FCFS – First Come First Served.</a:t>
            </a:r>
          </a:p>
          <a:p>
            <a:r>
              <a:t>SJF – Shortest Job First.</a:t>
            </a:r>
          </a:p>
          <a:p>
            <a:r>
              <a:t>Priority Scheduling with ageing.</a:t>
            </a:r>
          </a:p>
          <a:p>
            <a:r>
              <a:t>Round Robin with configurable quantum.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Waiting Time (WT).</a:t>
            </a:r>
          </a:p>
          <a:p>
            <a:r>
              <a:t>Turnaround Time (TAT).</a:t>
            </a:r>
          </a:p>
          <a:p>
            <a:r>
              <a:t>Response Time (RT).</a:t>
            </a:r>
          </a:p>
          <a:p>
            <a:r>
              <a:t>CPU Utilization and Throughput.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Charts and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Matplotlib used for Gantt charts.</a:t>
            </a:r>
          </a:p>
          <a:p>
            <a:r>
              <a:t>Visual comparison of scheduling algorithms.</a:t>
            </a:r>
          </a:p>
          <a:p>
            <a:r>
              <a:t>Charts saved in docs/screenshots/.</a:t>
            </a:r>
          </a:p>
          <a:p>
            <a:r>
              <a:t>Helps analyze CPU scheduling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subprocess launches C simulator.</a:t>
            </a:r>
          </a:p>
          <a:p>
            <a:r>
              <a:t>Reads pcb_snapshot.json in real time.</a:t>
            </a:r>
          </a:p>
          <a:p>
            <a:r>
              <a:t>Triggers scheduling algorithms automatically.</a:t>
            </a:r>
          </a:p>
          <a:p>
            <a:r>
              <a:t>Generates final simulation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Operating System 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calls simulation.</a:t>
            </a:r>
          </a:p>
          <a:p>
            <a:r>
              <a:t>Thread synchronization.</a:t>
            </a:r>
          </a:p>
          <a:p>
            <a:r>
              <a:t>CPU scheduling.</a:t>
            </a:r>
          </a:p>
          <a:p>
            <a:r>
              <a:t>Process isolation and IPC.</a:t>
            </a:r>
          </a:p>
          <a:p>
            <a:r>
              <a:t>Protection and security concepts.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Low-level programming requires manual resource management.</a:t>
            </a:r>
          </a:p>
          <a:p>
            <a:r>
              <a:t>Python simplifies scheduling visualization.</a:t>
            </a:r>
          </a:p>
          <a:p>
            <a:r>
              <a:t>Thread synchronization is critical in concurrent systems.</a:t>
            </a:r>
          </a:p>
          <a:p>
            <a:r>
              <a:t>Version control improves project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435</Words>
  <Application>Microsoft Office PowerPoint</Application>
  <PresentationFormat>On-screen Show (4:3)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EduOS Operating System Simulator</vt:lpstr>
      <vt:lpstr>Abstract</vt:lpstr>
      <vt:lpstr>Project Objectives</vt:lpstr>
      <vt:lpstr>System Architecture</vt:lpstr>
      <vt:lpstr>Process Control Block (PCB)</vt:lpstr>
      <vt:lpstr>Process Management Functions</vt:lpstr>
      <vt:lpstr>Thread Management</vt:lpstr>
      <vt:lpstr>Race Condition Demonstration</vt:lpstr>
      <vt:lpstr>Deadlock Demonstration</vt:lpstr>
      <vt:lpstr>Interprocess Communication (IPC)</vt:lpstr>
      <vt:lpstr>Scheduling Algorithms</vt:lpstr>
      <vt:lpstr>Scheduling Metrics</vt:lpstr>
      <vt:lpstr>Gantt Charts and Visualization</vt:lpstr>
      <vt:lpstr>Integration Controller</vt:lpstr>
      <vt:lpstr>Operating System Concepts Demonstrated</vt:lpstr>
      <vt:lpstr>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EduOS Operating System Simulator</dc:title>
  <dc:subject/>
  <dc:creator>SAM</dc:creator>
  <cp:keywords/>
  <dc:description>generated using python-pptx</dc:description>
  <cp:lastModifiedBy>SAM</cp:lastModifiedBy>
  <cp:revision>3</cp:revision>
  <dcterms:created xsi:type="dcterms:W3CDTF">2013-01-27T09:14:16Z</dcterms:created>
  <dcterms:modified xsi:type="dcterms:W3CDTF">2026-05-28T11:34:23Z</dcterms:modified>
  <cp:category/>
</cp:coreProperties>
</file>